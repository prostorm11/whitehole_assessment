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WHITEHOLE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144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40480" y="822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840480" y="1463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Risk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840480" y="2103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 AI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3840480" y="3017520"/>
            <a:ext cx="41148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 Assessment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404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Derrick Marfo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659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19659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733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16712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Escalation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26243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geopolitical escalation events in real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42032" y="1508760"/>
            <a:ext cx="19659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42032" y="1508760"/>
            <a:ext cx="19659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6733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16712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Context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51760" y="26243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Iran / US / Israel macro-relevant signals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18304" y="1508760"/>
            <a:ext cx="19659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18304" y="1508760"/>
            <a:ext cx="19659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67335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28032" y="216712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28032" y="26243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actionable intelligence from political noise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94576" y="1508760"/>
            <a:ext cx="19659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94576" y="1508760"/>
            <a:ext cx="196596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67335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04304" y="216712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004304" y="2624328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requirement: minimize false positives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393192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NEWS IS…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analyst opinions, no hard facts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852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Opinion-driven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14400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masquerading as news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027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584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Non-impactful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14400" y="38770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affect energy supply or markets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60320"/>
            <a:ext cx="502920" cy="5029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846320" y="1508760"/>
            <a:ext cx="393192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46320" y="1508760"/>
            <a:ext cx="393192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98348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SUBSET…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10312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Energy Supply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949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to Hormuz, Red Sea, Gulf infrastructure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0175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2999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Global Markets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39496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escalation, confirmed military actions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2286000" y="457200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The system must avoid false positives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36192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536192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727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CSV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" y="2532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articles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10512" y="2487168"/>
            <a:ext cx="1828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1417320"/>
            <a:ext cx="1536192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93392" y="1417320"/>
            <a:ext cx="153619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5727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9968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029968" y="2532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filter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529584" y="2487168"/>
            <a:ext cx="1828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12464" y="1417320"/>
            <a:ext cx="1536192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12464" y="1417320"/>
            <a:ext cx="153619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727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749040" y="2532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248656" y="2487168"/>
            <a:ext cx="1828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31536" y="1417320"/>
            <a:ext cx="1536192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31536" y="1417320"/>
            <a:ext cx="1536192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57276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8112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68112" y="2532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967728" y="2487168"/>
            <a:ext cx="182880" cy="0"/>
          </a:xfrm>
          <a:prstGeom prst="line">
            <a:avLst/>
          </a:prstGeom>
          <a:noFill/>
          <a:ln w="25400">
            <a:solidFill>
              <a:srgbClr val="EE9B0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50608" y="1417320"/>
            <a:ext cx="1536192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50608" y="1417320"/>
            <a:ext cx="153619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157276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87184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CSV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187184" y="253288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4048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61872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26187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filtering (deterministic)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84048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822192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382219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reasoning (semantic)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84048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382512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38251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deterministic formulas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ensures clarity and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 Only Where Reasoning Is Needed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46888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1031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578608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463040"/>
            <a:ext cx="246888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463040"/>
            <a:ext cx="24688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002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29000" y="21031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2578608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understanding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assignment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463040"/>
            <a:ext cx="246888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463040"/>
            <a:ext cx="246888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172200" y="21031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72200" y="2578608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371600" y="466344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Reduces cost + improves reliability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33472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263347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544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8424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359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/ Israel / US gate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/ Red Sea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infrastructure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1417320"/>
            <a:ext cx="263347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417320"/>
            <a:ext cx="2633472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417320"/>
            <a:ext cx="263347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544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198424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01568" y="2441448"/>
            <a:ext cx="2359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keywords: +2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keywords: +1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terms: −1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64408" y="1417320"/>
            <a:ext cx="263347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17336" y="1417320"/>
            <a:ext cx="2633472" cy="2834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17336" y="1417320"/>
            <a:ext cx="2633472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5448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198424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Fallback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2441448"/>
            <a:ext cx="23591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cases only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17336" y="1417320"/>
            <a:ext cx="2633472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4434840"/>
            <a:ext cx="832104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0799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noise before LLM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50799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39896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precision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50799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28816" y="4507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API calls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ADDITION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My Addition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023360" cy="2651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38528"/>
            <a:ext cx="402336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299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PRESENCE OF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/ Israel / 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/ Red Sea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infrastructure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938528"/>
            <a:ext cx="4023360" cy="2651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938528"/>
            <a:ext cx="402336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299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3832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2064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unrelated macro news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context geopolitically relevant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compute overhead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828800" y="4663440"/>
            <a:ext cx="548640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significantly reduces false positives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DETAILS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645920"/>
            <a:ext cx="64008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6459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Keywords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attack, strike, missile, seize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2697480"/>
            <a:ext cx="640080" cy="594360"/>
          </a:xfrm>
          <a:prstGeom prst="roundRect">
            <a:avLst>
              <a:gd name="adj" fmla="val 1538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697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2633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Keywords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035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tensions, military, sanctions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3749040"/>
            <a:ext cx="640080" cy="594360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749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36850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Terms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may, could, analysts say, sources claim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17720"/>
            <a:ext cx="246888" cy="2468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617720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31920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617720"/>
            <a:ext cx="246888" cy="2468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20840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spec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ADDITION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Speculation Handling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My Addition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Penalised Terms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35915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359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35915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59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926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claim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9260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926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3931920" cy="24231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920240"/>
            <a:ext cx="393192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542032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76672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terms signal non-events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9067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76672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misclassification of noise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3931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76672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improves precision metric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828800" y="4663440"/>
            <a:ext cx="548640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reduces misclassification of political noise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— SEMANTIC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Fallback &amp; Sentence Transformers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114800" cy="2971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Fallback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084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miss paraphrased events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with embeddings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364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/ edge cases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4114800" cy="2971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81328"/>
            <a:ext cx="41148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910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Sentence Transformers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08483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63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Cost —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local, zero token spend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7220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inference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1868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66360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7220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dependency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8561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6636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 — 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17220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paraphrased events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dependence on external embedding APIs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cost driver = LLM API calls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05740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Filtering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0906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~10-20% of articles reach the LLM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92024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920240"/>
            <a:ext cx="26060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05740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When Needed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30906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borderline triage edge cases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920240"/>
            <a:ext cx="260604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05740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72200" y="3090672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 — runs entirely on-device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371600" y="4663440"/>
            <a:ext cx="6400800" cy="347472"/>
          </a:xfrm>
          <a:prstGeom prst="roundRect">
            <a:avLst>
              <a:gd name="adj" fmla="val 26316"/>
            </a:avLst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reduces total system cost significantly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606040" cy="2880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260604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62763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396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hints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481328"/>
            <a:ext cx="2606040" cy="2880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481328"/>
            <a:ext cx="26060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62763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1396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044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assignment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generation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481328"/>
            <a:ext cx="2606040" cy="2880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81328"/>
            <a:ext cx="26060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62763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1396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labels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text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71800" y="2926080"/>
            <a:ext cx="365760" cy="0"/>
          </a:xfrm>
          <a:prstGeom prst="line">
            <a:avLst/>
          </a:prstGeom>
          <a:noFill/>
          <a:ln w="31750">
            <a:solidFill>
              <a:srgbClr val="EE9B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0" y="2926080"/>
            <a:ext cx="365760" cy="0"/>
          </a:xfrm>
          <a:prstGeom prst="line">
            <a:avLst/>
          </a:prstGeom>
          <a:noFill/>
          <a:ln w="31750">
            <a:solidFill>
              <a:srgbClr val="EE9B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 used for structured reasoning only — not for scoring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6517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265176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Labels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event categories can be returned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81328"/>
            <a:ext cx="26517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81328"/>
            <a:ext cx="265176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Bias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→ no event rather than false positive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481328"/>
            <a:ext cx="26517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81328"/>
            <a:ext cx="265176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JSON-enforced format for reliable parsing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493008"/>
            <a:ext cx="841248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38587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the event is ambiguous or evidence is weak → return no_event"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precision and consistency across all articles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508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 × physical  +  0.35 × escalation  +  0.20 ×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44144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41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× Physical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244144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E9B00">
              <a:alpha val="2000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441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× Escalation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0448" y="244144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2441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× Evidence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54864" cy="1508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46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6484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× evidence  +  0.30 × signal  +  0.20 ×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33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× Evidence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4133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4133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× Signal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70448" y="413308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4133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× Model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81728"/>
            <a:ext cx="228600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4681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spec compliance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681728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840480" y="4681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681728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75120" y="4681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variability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41248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54864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72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Per-Article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9842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article processed independently — one failure doesn't halt the pipeline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841248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560320"/>
            <a:ext cx="54864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163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Continuity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30632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error, pipeline continues to next article without interruption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639312"/>
            <a:ext cx="8412480" cy="960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39312"/>
            <a:ext cx="54864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9534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Values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41422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articles assigned safe default scores rather than crashing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828800" y="4663440"/>
            <a:ext cx="5486400" cy="347472"/>
          </a:xfrm>
          <a:prstGeom prst="roundRect">
            <a:avLst>
              <a:gd name="adj" fmla="val 26316"/>
            </a:avLst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robustness in batch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81328"/>
            <a:ext cx="274320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481328"/>
            <a:ext cx="274320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99339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933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99339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9933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 on edge cases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4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Triage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72491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724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72491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24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novel phrasing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Fallback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45643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456432"/>
            <a:ext cx="27432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compute overhead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8795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418795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187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187952"/>
            <a:ext cx="274320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187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adaptive flexibility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633472" cy="30175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263347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2763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762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24912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keywords may miss novel, paraphrased, or creative event descriptions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481328"/>
            <a:ext cx="2633472" cy="30175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481328"/>
            <a:ext cx="263347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62763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1762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2724912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reject rare but valid geopolitical signals outside the defined entity list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17336" y="1481328"/>
            <a:ext cx="2633472" cy="30175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17336" y="1481328"/>
            <a:ext cx="263347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62763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217627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Adherence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496" y="2724912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occasionally deviate from structured output despite enforced format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0690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40690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45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13969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NER models to identify actors, locations, and events more robustly than keywords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81328"/>
            <a:ext cx="40690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81328"/>
            <a:ext cx="40690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59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645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Semantic Filtering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213969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entity gate to multi-label topic classification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145536"/>
            <a:ext cx="40690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45536"/>
            <a:ext cx="406908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101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310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38039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labelled benchmark set to measure precision/recall systematically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145536"/>
            <a:ext cx="40690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145536"/>
            <a:ext cx="40690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1012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310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Structured Output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92040" y="38039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JSON schema validation on LLM responses to improve parsing reliability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373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64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6217920" cy="7315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28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188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high-precision geopolitical risk pipeline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011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deterministic filtering + LLM reasoning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reproducible scoring formulas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657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cost, reliability, and clarity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Derrick Marfo  ·  Whitehole AI Engineer Assessment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Geopolitical News Risk Detection with AI</dc:title>
  <dc:subject>PptxGenJS Presentation</dc:subject>
  <dc:creator>PptxGenJS</dc:creator>
  <cp:lastModifiedBy>PptxGenJS</cp:lastModifiedBy>
  <cp:revision>1</cp:revision>
  <dcterms:created xsi:type="dcterms:W3CDTF">2026-04-14T06:47:34Z</dcterms:created>
  <dcterms:modified xsi:type="dcterms:W3CDTF">2026-04-14T06:47:34Z</dcterms:modified>
</cp:coreProperties>
</file>